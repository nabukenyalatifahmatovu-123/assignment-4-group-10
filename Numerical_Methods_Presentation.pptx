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Assignment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Runge-Kutta, Newton-Raphson and Secant methods  |  FOR and WHILE loops, pseudocode, flowcharts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400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NABUKALU ANGEL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BU/UP/2025/2127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NABUKENYA LATIFAH MATOVU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BU/UP/2025/3271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ODONG HARON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BU/UP/2025/3885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MUSASIZI DAN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BU/UP/2025/1549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OLWENY EMMANUEL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BU/UP/2025/4656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Runge-Kutta (order 4)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y'' - 2xy' + 8y = 0, y(0) = 12, y'(0) = 0, h = 0.1, 0 &lt;= x &lt;=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z = y':  y' = z,  z' = 2xz - 8y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= f(x, y, z);  k2 = f(x + h/2, y + h k1/2);  k3 = f(x + h/2, y + h k2/2);  k4 = f(x + h, y + h k3)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y(n+1) = y(n) + h/6 (k1 + 2k2 + 2k3 + k4), applied to both y and 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solution is y = 16x^4 - 48x^2 + 12, so y(1) = -20 (used as a check).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Pseudocode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f(x,y,z), x0, y0, z0 (z = y'), h, 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x0 ; y &lt;- y0 ; z &lt;- z0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 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&lt;- f(x, y, z)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&lt;- f(x+h/2, y+h/2*k1y, z+h/2*k1z)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&lt;- f(x+h/2, y+h/2*k2y, z+h/2*k2z)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&lt;- f(x+h, y+h*k3y, z+h*k3z)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&lt;- y + h/6*(k1y + 2k2y + 2k3y + k4y)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&lt;- z + h/6*(k1z + 2k2z + 2k3z + k4z)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&lt;- x0 + i*h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i, x, y, 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y(1)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f(x,y,z), x0, y0, z0, h, x_end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x0 ; y &lt;- y0 ; z &lt;- z0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x_end 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&lt;- f(x, y, z)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k2, k3, k4 as in the FOR version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&lt;- y + h/6*(k1y + 2k2y + 2k3y + k4y)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&lt;- z + h/6*(k1z + 2k2z + 2k3z + k4z)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&lt;- x + 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x, y, 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y(1)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Flowcharts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pic>
        <p:nvPicPr>
          <p:cNvPr id="4" name="Image 0" descr="/home/claude/w/img/rk4_f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249" y="1051560"/>
            <a:ext cx="2901263" cy="3657600"/>
          </a:xfrm>
          <a:prstGeom prst="rect">
            <a:avLst/>
          </a:prstGeom>
        </p:spPr>
      </p:pic>
      <p:pic>
        <p:nvPicPr>
          <p:cNvPr id="5" name="Image 1" descr="/home/claude/w/img/rk4_wh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049" y="1051560"/>
            <a:ext cx="2901263" cy="3657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Program code (Python)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y, z):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y' = z ,  z' = y'' = 2*x*z - 8*y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z, 2*x*z - 8*y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rk4_for(x0, y0, z0, h, n):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z = x0, y0, z0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[(0, x, y, z)]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n + 1):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k1y, k1z = f(x, y, 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k2y, k2z = f(x + h/2, y + h/2*k1y, z + h/2*k1z)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k3y, k3z = f(x + h/2, y + h/2*k2y, z + h/2*k2z)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k4y, k4z = f(x + h, y + h*k3y, z + h*k3z)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= y + h/6*(k1y + 2*k2y + 2*k3y + k4y)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 = z + h/6*(k1z + 2*k2z + 2*k3z + k4z)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x0 + i*h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rows.append((i, x, y, z))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rows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rk4_for(0, 12, 0, 0.1, 10)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rows: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print("%2d  x=%.1f  y=%.6f  y'=%.6f" % r)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 y, z):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z, 2*x*z - 8*y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rk4_while(x0, y0, z0, h, xend):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z = x0, y0, z0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[(i, x, y, z)]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x &lt; xend - 1e-9: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k1y, k1z = f(x, y, 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k2y, k2z = f(x + h/2, y + h/2*k1y, z + h/2*k1z)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k3y, k3z = f(x + h/2, y + h/2*k2y, z + h/2*k2z)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k4y, k4z = f(x + h, y + h*k3y, z + h*k3z)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= y + h/6*(k1y + 2*k2y + 2*k3y + k4y)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 = z + h/6*(k1z + 2*k2z + 2*k3z + k4z)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i + 1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x0 + i*h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rows.append((i, x, y, z))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rows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rk4_while(0, 12, 0, 0.1, 1.0)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rows: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print("%2d  x=%.1f  y=%.6f  y'=%.6f" % r)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Solution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31520"/>
                <a:gridCol w="1737360"/>
                <a:gridCol w="1737360"/>
                <a:gridCol w="1737360"/>
                <a:gridCol w="17373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(RK4)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y' (RK4)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|error|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0.00e+0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11.521596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-9.535281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11.521600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4.00e-6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10.105672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-18.686571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10.105600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7.23e-5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7.809827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-27.069919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7.809600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4.730055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-34.301373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4.729600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1.000747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-39.996982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7.47e-4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-3.205311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-43.772795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-3.206400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1.09e-3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-7.676938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-45.244862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-7.678400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1.46e-3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-12.164555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-44.029234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-12.166400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1.85e-3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-16.380188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-39.741962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-16.382400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2.21e-3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-19.997470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-31.999099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2.53e-3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y(1) = -19.99747 (exact -20),  y'(1) = -31.99910. FOR and WHILE loops give identical results.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Newton-Raphson method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x(n+1) = x(n) - f(x(n)) / f'(x(n))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f(x) = 3x - e^(-x),  f'(x) = 3 + e^(-x),  x0 = 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f(x) = tan x + 2 tanh x,  f'(x) = sec^2 x + 2 sech^2 x,  x0 = 2  (smallest non-zero positive root)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 f(x) = x^4 - 4x^3 + x^2 + 1.2,  f'(x) = 4x^3 - 12x^2 + 2x,  x0 = 4  (largest root)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version stops when |x(n+1) - x(n)| &lt;= 1e-6; FOR version uses N = 6 iterations.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Pseudocode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f(x), f'(x), x0,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x0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x_new &lt;- x - f(x)/f'(x)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i, x_new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&lt;- x_new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root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329184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f(x), f'(x), x0, tol, max_iter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x0 ; error &lt;- 1 ; i &lt;- 0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error &gt; tol AND i &lt; max_iter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x_new &lt;- x - f(x)/f'(x)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 &lt;- |x_new - x|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&lt;- i + 1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i, x_new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&lt;- x_new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root x, 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Flowcharts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pic>
        <p:nvPicPr>
          <p:cNvPr id="4" name="Image 0" descr="/home/claude/w/img/newton_f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584" y="1051560"/>
            <a:ext cx="3244592" cy="3657600"/>
          </a:xfrm>
          <a:prstGeom prst="rect">
            <a:avLst/>
          </a:prstGeom>
        </p:spPr>
      </p:pic>
      <p:pic>
        <p:nvPicPr>
          <p:cNvPr id="5" name="Image 1" descr="/home/claude/w/img/newton_wh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384" y="1051560"/>
            <a:ext cx="3244592" cy="3657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Program code (Python)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exp, tan, tanh, cosh, cos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newton_for(f, df, x0, N=6):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N + 1):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x_new = x - f(x) / df(x)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rows.append((i, x, f(x), x_new))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x_new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x, rows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r1, t1 = newton_for(lambda x: 3*x - exp(-x), lambda x: 3 + exp(-x), 0.0)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r2, t2 = newton_for(lambda x: tan(x) + 2*tanh(x),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lambda x: 1/cos(x)**2 + 2/cosh(x)**2, 2.0)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r3, t3 = newton_for(lambda x: x**4 - 4*x**3 + x**2 + 1.2,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lambda x: 4*x**3 - 12*x**2 + 2*x, 4.0)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print(r1, r2, r3)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exp, tan, tanh, cosh, cos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newton_while(f, df, x0, tol=1e-6, max_iter=50):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 = 1.0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error &gt; tol and i &lt; max_iter: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x_new = x - f(x) / df(x)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 = abs(x_new - x)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i + 1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rows.append((i, x, f(x), x_new))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x_new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x, rows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r1, t1 = newton_while(lambda x: 3*x - exp(-x), lambda x: 3 + exp(-x), 0.0)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r2, t2 = newton_while(lambda x: tan(x) + 2*tanh(x),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lambda x: 1/cos(x)**2 + 2/cosh(x)**2, 2.0)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r3, t3 = newton_while(lambda x: x**4 - 4*x**3 + x**2 + 1.2,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lambda x: 4*x**3 - 12*x**2 + 2*x, 4.0)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print(r1, r2, r3)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Solutions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3x - e^(-x) = 0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26517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143000"/>
                <a:gridCol w="11430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x(n+1)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0.257622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0.257622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0.257628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0.257628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0.257628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= 0.257628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tan x + 2 tanh x = 0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280160"/>
          <a:ext cx="26517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143000"/>
                <a:gridCol w="11430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x(n+1)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2.043441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2.043441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2.047854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2.047854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2.047892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2.047892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2.047892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29184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= 2.047892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 x^4 - 4x^3 + x^2 + 1.2 = 0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280160"/>
          <a:ext cx="26517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143000"/>
                <a:gridCol w="11430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x(n+1)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3.761111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3.761111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3.709005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3.709005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3.706656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3.706656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3.706651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3.706651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3.706651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12648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= 3.706651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(ii): x = 0 is a trivial root, so the smallest non-zero positive root (between pi/2 and pi) is given.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Secant method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positive root of f(x) = x - 2 sin x = 0, x0 = 2, x1 = 1.9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x(n+1) = x(n) - f(x(n)) (x(n) - x(n-1)) / (f(x(n)) - f(x(n-1)))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f(2) = 0.181406,  f(1.9) = 0.007400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= 1.9 - 0.007400 (1.9 - 2) / (0.007400 - 0.181406) = 1.895747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version stops when |x(n+1) - x(n)| &lt;= 1e-6; FOR version uses N = 5 iterations.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Pseudocode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f(x), x0, x1,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&lt;- x1 - f(x1)*(x1 - x0)/(f(x1) - f(x0))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i, x2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&lt;- x1 ; x1 &lt;- x2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root x1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329184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f(x), x0, x1, tol, max_iter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&lt;- 1 ; i &lt;- 0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error &gt; tol AND i &lt; max_iter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&lt;- x1 - f(x1)*(x1 - x0)/(f(x1) - f(x0))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 &lt;- |x2 - x1|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&lt;- i + 1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i, x2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&lt;- x1 ; x1 &lt;- x2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root x1, 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Flowcharts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pic>
        <p:nvPicPr>
          <p:cNvPr id="4" name="Image 0" descr="/home/claude/w/img/secant_f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584" y="1051560"/>
            <a:ext cx="3244592" cy="3657600"/>
          </a:xfrm>
          <a:prstGeom prst="rect">
            <a:avLst/>
          </a:prstGeom>
        </p:spPr>
      </p:pic>
      <p:pic>
        <p:nvPicPr>
          <p:cNvPr id="5" name="Image 1" descr="/home/claude/w/img/secant_wh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384" y="1051560"/>
            <a:ext cx="3244592" cy="3657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Program code (Python)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sin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- 2*sin(x)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secant_for(x0, x1, N=5):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N + 1):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x2 = x1 - f(x1)*(x1 - x0)/(f(x1) - f(x0))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rows.append((i, x0, x1, f(x1), x2))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x0, x1 = x1, x2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x1, rows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root, rows = secant_for(2.0, 1.9)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print(root)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3291840"/>
          </a:xfrm>
          <a:prstGeom prst="rect">
            <a:avLst/>
          </a:prstGeom>
          <a:solidFill>
            <a:srgbClr val="EEF3FA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sin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- 2*sin(x)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secant_while(x0, x1, tol=1e-6, max_iter=50):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 = 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error &gt; tol and i &lt; max_iter: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x2 = x1 - f(x1)*(x1 - x0)/(f(x1) - f(x0))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 = abs(x2 - x1)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i + 1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rows.append((i, x0, x1, f(x1), x2))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x0, x1 = x1, x2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x1, rows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root, rows = secant_while(2.0, 1.9)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print(root)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Solution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x(n-1)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x(n+1)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1.895747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1.895747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1.895495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1.895747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1.895495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1.895494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root: x = 1.895494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answers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 | Numerical Methods Assignment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Runge-Kutta 4 (h = 0.1)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y(1) = -19.99747 (exact -20)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2(i)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Newton-Raphson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0.257628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2(ii)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Newton-Raphson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2.047892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2(iii)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Newton-Raphson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3.706651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1.895494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Ten: NABUKALU ANGEL, NABUKENYA LATIFAH MATOVU, ODONG HARON, MUSASIZI DAN, OLWENY EMMANUEL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2026-09-28T17:59:44Z</dcterms:created>
  <dcterms:modified xsi:type="dcterms:W3CDTF">2026-09-28T17:59:44Z</dcterms:modified>
</cp:coreProperties>
</file>